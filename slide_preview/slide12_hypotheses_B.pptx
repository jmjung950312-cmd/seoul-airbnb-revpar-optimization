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수익에 영향을 미치는 주요 가설 7가지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인사이트 :  호스트가 직접 통제할 수 있는 변수들이 RevPAR에 어떤 영향을 미치는지 7가지 관점에서 검증합니다.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78992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39112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039112"/>
            <a:ext cx="1591056" cy="292608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057400"/>
            <a:ext cx="1408176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슈퍼호스트 지위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2048256"/>
            <a:ext cx="810158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슈퍼호스트는 더 높은 수익을 만들 것이다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05456"/>
            <a:ext cx="1078992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05456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624328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624328"/>
            <a:ext cx="932688" cy="292608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42616"/>
            <a:ext cx="749808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사진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633472"/>
            <a:ext cx="8759952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숙소 사진 수는 예약 성과에 영향을 줄 것이다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90672"/>
            <a:ext cx="1078992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090672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209544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3209544"/>
            <a:ext cx="932688" cy="292608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227832"/>
            <a:ext cx="749808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최소숙박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3218688"/>
            <a:ext cx="8759952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최소 숙박일 설정은 수익에 영향을 줄 것이다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75887"/>
            <a:ext cx="1078992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75887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3794759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3794759"/>
            <a:ext cx="932688" cy="292608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381304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추가요금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3803903"/>
            <a:ext cx="8759952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추가 게스트 요금 정책은 수익에 영향을 줄 것이다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61104"/>
            <a:ext cx="1078992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261104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" y="4379976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4379976"/>
            <a:ext cx="603503" cy="292608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398264"/>
            <a:ext cx="420623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평점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66543" y="4389120"/>
            <a:ext cx="9089136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숙소 평점은 예약 성과에 영향을 줄 것이다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46319"/>
            <a:ext cx="1078992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846319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8680" y="4965191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965191"/>
            <a:ext cx="1261872" cy="292608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4983479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만점의 역설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4912" y="4974335"/>
            <a:ext cx="8430767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완벽한 평점(5.0)은 항상 최적이 아닐 것이다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431536"/>
            <a:ext cx="1078992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431536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" y="5550407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80160" y="5550407"/>
            <a:ext cx="1261872" cy="292608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568696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시장 건전성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4912" y="5559551"/>
            <a:ext cx="8430767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시장에는 비활성 숙소가 많을 것이다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6108192"/>
            <a:ext cx="1078992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" y="62179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이 중 호스트가 오늘 바꿀 수 있는 5가지를 다음 장에서 깊이 봅니다 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