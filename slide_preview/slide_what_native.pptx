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WHAT — 객실당 수익의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객실 요금과 예약률의 균형점을 찾아, 호스트가 직접 바꿀 수 있는 변수로 수익을 최적화하는 방법을 데이터로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0">
                <a:solidFill>
                  <a:srgbClr val="B0B0B0"/>
                </a:solidFill>
                <a:latin typeface="Pretendard"/>
              </a:defRPr>
            </a:pPr>
            <a:r>
              <a:t>RevPAR  =  ADR  ×  Occupancy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10789920" cy="2286000"/>
          </a:xfrm>
          <a:prstGeom prst="roundRect">
            <a:avLst>
              <a:gd name="adj" fmla="val 5000"/>
            </a:avLst>
          </a:prstGeom>
          <a:solidFill>
            <a:srgbClr val="FF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9600" b="1">
                <a:solidFill>
                  <a:srgbClr val="FF385C"/>
                </a:solidFill>
                <a:latin typeface="Pretendard"/>
              </a:defRPr>
            </a:pPr>
            <a:r>
              <a:t>58.2%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200" b="1">
                <a:solidFill>
                  <a:srgbClr val="484848"/>
                </a:solidFill>
                <a:latin typeface="Pretendard"/>
              </a:defRPr>
            </a:pPr>
            <a:r>
              <a:t>RevPAR 변동의 58%를 점유율 하나가 설명한다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500" b="0">
                <a:solidFill>
                  <a:srgbClr val="767676"/>
                </a:solidFill>
                <a:latin typeface="Pretendard"/>
              </a:defRPr>
            </a:pPr>
            <a:r>
              <a:t>가격(ADR)은 37.5%  ·  교호작용 4.3%  — 점유율이 가격의 1.6배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12080"/>
            <a:ext cx="51206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0352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700" b="1">
                <a:solidFill>
                  <a:srgbClr val="484848"/>
                </a:solidFill>
                <a:latin typeface="Pretendard"/>
              </a:defRPr>
            </a:pPr>
            <a:r>
              <a:t>가격 인하 ≠ 점유율 상승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559552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가격과 예약률은 독립적으로 움직인다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5212080"/>
            <a:ext cx="5120640" cy="594360"/>
          </a:xfrm>
          <a:prstGeom prst="roundRect">
            <a:avLst>
              <a:gd name="adj" fmla="val 3000"/>
            </a:avLst>
          </a:prstGeom>
          <a:solidFill>
            <a:srgbClr val="FFF0F3"/>
          </a:solidFill>
          <a:ln w="12700">
            <a:solidFill>
              <a:srgbClr val="F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530352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700" b="1">
                <a:solidFill>
                  <a:srgbClr val="FF385C"/>
                </a:solidFill>
                <a:latin typeface="Pretendard"/>
              </a:defRPr>
            </a:pPr>
            <a:r>
              <a:t>점유율을 높이는 변수를 찾아라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5559552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이 프로젝트의 핵심 질문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4983480"/>
            <a:ext cx="5760720" cy="7315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