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91695" cy="381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385C"/>
                </a:solidFill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84848"/>
                </a:solidFill>
              </a:rPr>
              <a:t>각 가설을 데이터로 검증합니다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67676"/>
                </a:solidFill>
              </a:rPr>
              <a:t>5가지 핵심 요인을 하나씩 살펴봅니다  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120640"/>
            <a:ext cx="2133295" cy="254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91695" cy="381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A699"/>
                </a:solidFill>
              </a:rPr>
              <a:t>FROM PATTERN TO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84848"/>
                </a:solidFill>
              </a:rPr>
              <a:t>눈에 보인 패턴, 정말 유의미한가?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67676"/>
                </a:solidFill>
              </a:rPr>
              <a:t>EDA에서 발견한 차이를 비모수 검정으로 검증합니다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120640"/>
            <a:ext cx="2133295" cy="254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91695" cy="381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385C"/>
                </a:solidFill>
              </a:rPr>
              <a:t>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84848"/>
                </a:solidFill>
              </a:rPr>
              <a:t>이 분석이 만들어낸 결과물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67676"/>
                </a:solidFill>
              </a:rPr>
              <a:t>분석 과정은 이후 섹션에서 상세히 다룹니다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120640"/>
            <a:ext cx="2133295" cy="254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